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0" r:id="rId2"/>
    <p:sldId id="271" r:id="rId3"/>
    <p:sldId id="272" r:id="rId4"/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5" r:id="rId13"/>
    <p:sldId id="263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72D17E-B423-434D-9EAE-5DE89439FE98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1BC93-5B00-4A63-8151-FEEFDD3240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6385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2A1BC93-5B00-4A63-8151-FEEFDD32401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3811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5475F-659D-4322-B83E-C443811805F7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2A6C-B7DC-487D-9F9E-2481CBE6A8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4089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5475F-659D-4322-B83E-C443811805F7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2A6C-B7DC-487D-9F9E-2481CBE6A8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7846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5475F-659D-4322-B83E-C443811805F7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2A6C-B7DC-487D-9F9E-2481CBE6A8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2595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5475F-659D-4322-B83E-C443811805F7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2A6C-B7DC-487D-9F9E-2481CBE6A8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5877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5475F-659D-4322-B83E-C443811805F7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2A6C-B7DC-487D-9F9E-2481CBE6A8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5567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5475F-659D-4322-B83E-C443811805F7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2A6C-B7DC-487D-9F9E-2481CBE6A8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2146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5475F-659D-4322-B83E-C443811805F7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2A6C-B7DC-487D-9F9E-2481CBE6A8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8169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5475F-659D-4322-B83E-C443811805F7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2A6C-B7DC-487D-9F9E-2481CBE6A8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9587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5475F-659D-4322-B83E-C443811805F7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2A6C-B7DC-487D-9F9E-2481CBE6A8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0503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5475F-659D-4322-B83E-C443811805F7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2A6C-B7DC-487D-9F9E-2481CBE6A8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377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5475F-659D-4322-B83E-C443811805F7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82A6C-B7DC-487D-9F9E-2481CBE6A8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5383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D5475F-659D-4322-B83E-C443811805F7}" type="datetimeFigureOut">
              <a:rPr lang="zh-CN" altLang="en-US" smtClean="0"/>
              <a:t>2024/4/21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B82A6C-B7DC-487D-9F9E-2481CBE6A89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020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371"/>
            <a:ext cx="12192000" cy="673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524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0719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0553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681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86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558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92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95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819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7029"/>
            <a:ext cx="6229350" cy="1785257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28" y="2322286"/>
            <a:ext cx="5715000" cy="4475389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537029"/>
            <a:ext cx="5715000" cy="387123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9350" y="4522899"/>
            <a:ext cx="5534025" cy="2329317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140784" y="30268"/>
            <a:ext cx="29738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/>
              <a:t>国产算力产业链核心概念股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653876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582400" cy="642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872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354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8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067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662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1036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397" y="290738"/>
            <a:ext cx="11763603" cy="6567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32521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104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756"/>
            <a:ext cx="12192000" cy="666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053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6371771" cy="2584034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873829"/>
            <a:ext cx="11872686" cy="3817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62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341" y="172583"/>
            <a:ext cx="9324975" cy="360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4755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1073</TotalTime>
  <Words>9</Words>
  <Application>Microsoft Office PowerPoint</Application>
  <PresentationFormat>宽屏</PresentationFormat>
  <Paragraphs>2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2" baseType="lpstr">
      <vt:lpstr>宋体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微软用户</dc:creator>
  <cp:lastModifiedBy>微软用户</cp:lastModifiedBy>
  <cp:revision>19</cp:revision>
  <dcterms:created xsi:type="dcterms:W3CDTF">2024-03-30T10:02:37Z</dcterms:created>
  <dcterms:modified xsi:type="dcterms:W3CDTF">2024-04-21T15:21:54Z</dcterms:modified>
</cp:coreProperties>
</file>